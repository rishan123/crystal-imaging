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2"/>
    <p:restoredTop sz="94637"/>
  </p:normalViewPr>
  <p:slideViewPr>
    <p:cSldViewPr snapToGrid="0">
      <p:cViewPr varScale="1">
        <p:scale>
          <a:sx n="103" d="100"/>
          <a:sy n="103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A43BDF-F263-BB46-A3E4-91E4434C4FA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67437EFD-904D-2A42-B5E6-BB79870CE6C9}">
      <dgm:prSet phldrT="[Text]"/>
      <dgm:spPr/>
      <dgm:t>
        <a:bodyPr/>
        <a:lstStyle/>
        <a:p>
          <a:r>
            <a:rPr lang="en-GB" dirty="0"/>
            <a:t>Import image</a:t>
          </a:r>
        </a:p>
      </dgm:t>
    </dgm:pt>
    <dgm:pt modelId="{9AC6DFFE-392E-3A4C-977E-CEC2757EB610}" type="parTrans" cxnId="{BE8B09C9-6228-FD44-B0FF-C21979F55FA6}">
      <dgm:prSet/>
      <dgm:spPr/>
      <dgm:t>
        <a:bodyPr/>
        <a:lstStyle/>
        <a:p>
          <a:endParaRPr lang="en-GB"/>
        </a:p>
      </dgm:t>
    </dgm:pt>
    <dgm:pt modelId="{09CA376D-FC6D-7247-8C39-0ACF863CD202}" type="sibTrans" cxnId="{BE8B09C9-6228-FD44-B0FF-C21979F55FA6}">
      <dgm:prSet/>
      <dgm:spPr/>
      <dgm:t>
        <a:bodyPr/>
        <a:lstStyle/>
        <a:p>
          <a:endParaRPr lang="en-GB"/>
        </a:p>
      </dgm:t>
    </dgm:pt>
    <dgm:pt modelId="{3ADF830F-F29D-AB4F-BD81-ADCE91836B12}">
      <dgm:prSet phldrT="[Text]"/>
      <dgm:spPr/>
      <dgm:t>
        <a:bodyPr/>
        <a:lstStyle/>
        <a:p>
          <a:r>
            <a:rPr lang="en-GB" dirty="0"/>
            <a:t>Apply a binary colour mask </a:t>
          </a:r>
        </a:p>
      </dgm:t>
    </dgm:pt>
    <dgm:pt modelId="{BAB10925-6A0F-3244-BCD2-E50BF869A444}" type="parTrans" cxnId="{A0DCFC5B-0893-AE46-B188-944450F2DCD4}">
      <dgm:prSet/>
      <dgm:spPr/>
      <dgm:t>
        <a:bodyPr/>
        <a:lstStyle/>
        <a:p>
          <a:endParaRPr lang="en-GB"/>
        </a:p>
      </dgm:t>
    </dgm:pt>
    <dgm:pt modelId="{09371656-BEEF-3644-9B4A-4BF89A6133DB}" type="sibTrans" cxnId="{A0DCFC5B-0893-AE46-B188-944450F2DCD4}">
      <dgm:prSet/>
      <dgm:spPr/>
      <dgm:t>
        <a:bodyPr/>
        <a:lstStyle/>
        <a:p>
          <a:endParaRPr lang="en-GB"/>
        </a:p>
      </dgm:t>
    </dgm:pt>
    <dgm:pt modelId="{9A24AE9A-7EA9-AD42-9A83-3C476D756A37}">
      <dgm:prSet phldrT="[Text]"/>
      <dgm:spPr/>
      <dgm:t>
        <a:bodyPr/>
        <a:lstStyle/>
        <a:p>
          <a:r>
            <a:rPr lang="en-GB" dirty="0"/>
            <a:t>Clean any background noise</a:t>
          </a:r>
        </a:p>
      </dgm:t>
    </dgm:pt>
    <dgm:pt modelId="{1697507F-6888-394D-8DF0-DEE18B62D086}" type="parTrans" cxnId="{C6271B69-8E82-E144-8094-EA23843B66EE}">
      <dgm:prSet/>
      <dgm:spPr/>
      <dgm:t>
        <a:bodyPr/>
        <a:lstStyle/>
        <a:p>
          <a:endParaRPr lang="en-GB"/>
        </a:p>
      </dgm:t>
    </dgm:pt>
    <dgm:pt modelId="{B837BB2E-3CAF-9E44-A450-518D47D60FB5}" type="sibTrans" cxnId="{C6271B69-8E82-E144-8094-EA23843B66EE}">
      <dgm:prSet/>
      <dgm:spPr/>
      <dgm:t>
        <a:bodyPr/>
        <a:lstStyle/>
        <a:p>
          <a:endParaRPr lang="en-GB"/>
        </a:p>
      </dgm:t>
    </dgm:pt>
    <dgm:pt modelId="{C4F268F4-D676-8C46-95BD-441152CCB3D5}">
      <dgm:prSet phldrT="[Text]"/>
      <dgm:spPr/>
      <dgm:t>
        <a:bodyPr/>
        <a:lstStyle/>
        <a:p>
          <a:r>
            <a:rPr lang="en-GB" dirty="0"/>
            <a:t>For each contour/crystal, check if the contour has a large enough area</a:t>
          </a:r>
        </a:p>
      </dgm:t>
    </dgm:pt>
    <dgm:pt modelId="{2BD39134-73EA-7046-9676-8F02C3FBB79E}" type="parTrans" cxnId="{38C79965-47F3-F444-B21D-681F826B77F1}">
      <dgm:prSet/>
      <dgm:spPr/>
      <dgm:t>
        <a:bodyPr/>
        <a:lstStyle/>
        <a:p>
          <a:endParaRPr lang="en-GB"/>
        </a:p>
      </dgm:t>
    </dgm:pt>
    <dgm:pt modelId="{787760F6-FBC6-AC4B-9579-219B898F5FDD}" type="sibTrans" cxnId="{38C79965-47F3-F444-B21D-681F826B77F1}">
      <dgm:prSet/>
      <dgm:spPr/>
      <dgm:t>
        <a:bodyPr/>
        <a:lstStyle/>
        <a:p>
          <a:endParaRPr lang="en-GB"/>
        </a:p>
      </dgm:t>
    </dgm:pt>
    <dgm:pt modelId="{21BF005F-8C01-D147-9C52-3847FF7B4AE3}">
      <dgm:prSet phldrT="[Text]"/>
      <dgm:spPr/>
      <dgm:t>
        <a:bodyPr/>
        <a:lstStyle/>
        <a:p>
          <a:r>
            <a:rPr lang="en-GB" dirty="0"/>
            <a:t>Calculate measurements of each crystal</a:t>
          </a:r>
        </a:p>
      </dgm:t>
    </dgm:pt>
    <dgm:pt modelId="{75F932F6-17C5-9441-8563-A2858BFCD95C}" type="parTrans" cxnId="{4D420CC6-F559-0B4C-B5C3-88646B0A0B48}">
      <dgm:prSet/>
      <dgm:spPr/>
      <dgm:t>
        <a:bodyPr/>
        <a:lstStyle/>
        <a:p>
          <a:endParaRPr lang="en-GB"/>
        </a:p>
      </dgm:t>
    </dgm:pt>
    <dgm:pt modelId="{E18A5E80-8A2C-E44D-BD60-3FF0A8AD63AA}" type="sibTrans" cxnId="{4D420CC6-F559-0B4C-B5C3-88646B0A0B48}">
      <dgm:prSet/>
      <dgm:spPr/>
      <dgm:t>
        <a:bodyPr/>
        <a:lstStyle/>
        <a:p>
          <a:endParaRPr lang="en-GB"/>
        </a:p>
      </dgm:t>
    </dgm:pt>
    <dgm:pt modelId="{2FEC9FA4-AA9B-A44A-8773-DD76C0FCE510}">
      <dgm:prSet phldrT="[Text]"/>
      <dgm:spPr/>
      <dgm:t>
        <a:bodyPr/>
        <a:lstStyle/>
        <a:p>
          <a:r>
            <a:rPr lang="en-GB" dirty="0"/>
            <a:t>Export all crystal data into a JSON file</a:t>
          </a:r>
        </a:p>
      </dgm:t>
    </dgm:pt>
    <dgm:pt modelId="{717003FE-FFD4-EE44-B643-76C5A6DC0363}" type="parTrans" cxnId="{B3295697-5C9B-D14D-AC80-34D72C45314B}">
      <dgm:prSet/>
      <dgm:spPr/>
      <dgm:t>
        <a:bodyPr/>
        <a:lstStyle/>
        <a:p>
          <a:endParaRPr lang="en-GB"/>
        </a:p>
      </dgm:t>
    </dgm:pt>
    <dgm:pt modelId="{9BAA9145-F2EA-BB41-BF28-42D6AD2E9EA5}" type="sibTrans" cxnId="{B3295697-5C9B-D14D-AC80-34D72C45314B}">
      <dgm:prSet/>
      <dgm:spPr/>
      <dgm:t>
        <a:bodyPr/>
        <a:lstStyle/>
        <a:p>
          <a:endParaRPr lang="en-GB"/>
        </a:p>
      </dgm:t>
    </dgm:pt>
    <dgm:pt modelId="{B2708791-FA6F-5849-8B82-E7A93E18B232}" type="pres">
      <dgm:prSet presAssocID="{27A43BDF-F263-BB46-A3E4-91E4434C4FA8}" presName="Name0" presStyleCnt="0">
        <dgm:presLayoutVars>
          <dgm:dir/>
          <dgm:resizeHandles val="exact"/>
        </dgm:presLayoutVars>
      </dgm:prSet>
      <dgm:spPr/>
    </dgm:pt>
    <dgm:pt modelId="{A6F6521E-40FD-D74A-A936-61A8D63CD4BC}" type="pres">
      <dgm:prSet presAssocID="{67437EFD-904D-2A42-B5E6-BB79870CE6C9}" presName="node" presStyleLbl="node1" presStyleIdx="0" presStyleCnt="6">
        <dgm:presLayoutVars>
          <dgm:bulletEnabled val="1"/>
        </dgm:presLayoutVars>
      </dgm:prSet>
      <dgm:spPr/>
    </dgm:pt>
    <dgm:pt modelId="{0FADC13C-C901-EC43-A535-D15E066CC2F1}" type="pres">
      <dgm:prSet presAssocID="{09CA376D-FC6D-7247-8C39-0ACF863CD202}" presName="sibTrans" presStyleLbl="sibTrans2D1" presStyleIdx="0" presStyleCnt="5"/>
      <dgm:spPr/>
    </dgm:pt>
    <dgm:pt modelId="{489FCD0A-48E6-C44D-BCAE-383CA1EE1ED6}" type="pres">
      <dgm:prSet presAssocID="{09CA376D-FC6D-7247-8C39-0ACF863CD202}" presName="connectorText" presStyleLbl="sibTrans2D1" presStyleIdx="0" presStyleCnt="5"/>
      <dgm:spPr/>
    </dgm:pt>
    <dgm:pt modelId="{D4031605-7994-5044-B945-F1A93482E10E}" type="pres">
      <dgm:prSet presAssocID="{3ADF830F-F29D-AB4F-BD81-ADCE91836B12}" presName="node" presStyleLbl="node1" presStyleIdx="1" presStyleCnt="6">
        <dgm:presLayoutVars>
          <dgm:bulletEnabled val="1"/>
        </dgm:presLayoutVars>
      </dgm:prSet>
      <dgm:spPr/>
    </dgm:pt>
    <dgm:pt modelId="{1B96A8FD-32FC-AB4A-9105-039FA057D761}" type="pres">
      <dgm:prSet presAssocID="{09371656-BEEF-3644-9B4A-4BF89A6133DB}" presName="sibTrans" presStyleLbl="sibTrans2D1" presStyleIdx="1" presStyleCnt="5"/>
      <dgm:spPr/>
    </dgm:pt>
    <dgm:pt modelId="{953AEDEE-C1F8-4249-A653-4846D6E5934B}" type="pres">
      <dgm:prSet presAssocID="{09371656-BEEF-3644-9B4A-4BF89A6133DB}" presName="connectorText" presStyleLbl="sibTrans2D1" presStyleIdx="1" presStyleCnt="5"/>
      <dgm:spPr/>
    </dgm:pt>
    <dgm:pt modelId="{3458650D-8AE9-6049-B861-6762C387AAA0}" type="pres">
      <dgm:prSet presAssocID="{9A24AE9A-7EA9-AD42-9A83-3C476D756A37}" presName="node" presStyleLbl="node1" presStyleIdx="2" presStyleCnt="6">
        <dgm:presLayoutVars>
          <dgm:bulletEnabled val="1"/>
        </dgm:presLayoutVars>
      </dgm:prSet>
      <dgm:spPr/>
    </dgm:pt>
    <dgm:pt modelId="{CFAD4659-EB46-BA48-B2DA-A7A8E740062E}" type="pres">
      <dgm:prSet presAssocID="{B837BB2E-3CAF-9E44-A450-518D47D60FB5}" presName="sibTrans" presStyleLbl="sibTrans2D1" presStyleIdx="2" presStyleCnt="5"/>
      <dgm:spPr/>
    </dgm:pt>
    <dgm:pt modelId="{71E3F89B-BE74-BA4B-8871-9A53DB7F732A}" type="pres">
      <dgm:prSet presAssocID="{B837BB2E-3CAF-9E44-A450-518D47D60FB5}" presName="connectorText" presStyleLbl="sibTrans2D1" presStyleIdx="2" presStyleCnt="5"/>
      <dgm:spPr/>
    </dgm:pt>
    <dgm:pt modelId="{2080AA79-7915-494F-98D7-BD34987D3F71}" type="pres">
      <dgm:prSet presAssocID="{C4F268F4-D676-8C46-95BD-441152CCB3D5}" presName="node" presStyleLbl="node1" presStyleIdx="3" presStyleCnt="6">
        <dgm:presLayoutVars>
          <dgm:bulletEnabled val="1"/>
        </dgm:presLayoutVars>
      </dgm:prSet>
      <dgm:spPr/>
    </dgm:pt>
    <dgm:pt modelId="{BBD39C76-090D-F249-A798-BC805F283FAE}" type="pres">
      <dgm:prSet presAssocID="{787760F6-FBC6-AC4B-9579-219B898F5FDD}" presName="sibTrans" presStyleLbl="sibTrans2D1" presStyleIdx="3" presStyleCnt="5"/>
      <dgm:spPr/>
    </dgm:pt>
    <dgm:pt modelId="{A467282A-9BF4-914A-917F-70FEC28DDFC8}" type="pres">
      <dgm:prSet presAssocID="{787760F6-FBC6-AC4B-9579-219B898F5FDD}" presName="connectorText" presStyleLbl="sibTrans2D1" presStyleIdx="3" presStyleCnt="5"/>
      <dgm:spPr/>
    </dgm:pt>
    <dgm:pt modelId="{120F513A-1A40-354D-B3F8-92F6A40E7535}" type="pres">
      <dgm:prSet presAssocID="{21BF005F-8C01-D147-9C52-3847FF7B4AE3}" presName="node" presStyleLbl="node1" presStyleIdx="4" presStyleCnt="6">
        <dgm:presLayoutVars>
          <dgm:bulletEnabled val="1"/>
        </dgm:presLayoutVars>
      </dgm:prSet>
      <dgm:spPr/>
    </dgm:pt>
    <dgm:pt modelId="{0C379334-C208-BC40-A0E3-F5176C4141EE}" type="pres">
      <dgm:prSet presAssocID="{E18A5E80-8A2C-E44D-BD60-3FF0A8AD63AA}" presName="sibTrans" presStyleLbl="sibTrans2D1" presStyleIdx="4" presStyleCnt="5"/>
      <dgm:spPr/>
    </dgm:pt>
    <dgm:pt modelId="{7CA1A754-AD90-A145-B1EC-D2DC383A2447}" type="pres">
      <dgm:prSet presAssocID="{E18A5E80-8A2C-E44D-BD60-3FF0A8AD63AA}" presName="connectorText" presStyleLbl="sibTrans2D1" presStyleIdx="4" presStyleCnt="5"/>
      <dgm:spPr/>
    </dgm:pt>
    <dgm:pt modelId="{0E722EAF-A97A-A441-BB21-05BC82F88622}" type="pres">
      <dgm:prSet presAssocID="{2FEC9FA4-AA9B-A44A-8773-DD76C0FCE510}" presName="node" presStyleLbl="node1" presStyleIdx="5" presStyleCnt="6">
        <dgm:presLayoutVars>
          <dgm:bulletEnabled val="1"/>
        </dgm:presLayoutVars>
      </dgm:prSet>
      <dgm:spPr/>
    </dgm:pt>
  </dgm:ptLst>
  <dgm:cxnLst>
    <dgm:cxn modelId="{3A8EE10D-0EAA-D64A-A61D-97DF10EFD6D5}" type="presOf" srcId="{09CA376D-FC6D-7247-8C39-0ACF863CD202}" destId="{489FCD0A-48E6-C44D-BCAE-383CA1EE1ED6}" srcOrd="1" destOrd="0" presId="urn:microsoft.com/office/officeart/2005/8/layout/process1"/>
    <dgm:cxn modelId="{D1D0320E-C29B-A848-ADC9-10A46904D45B}" type="presOf" srcId="{E18A5E80-8A2C-E44D-BD60-3FF0A8AD63AA}" destId="{0C379334-C208-BC40-A0E3-F5176C4141EE}" srcOrd="0" destOrd="0" presId="urn:microsoft.com/office/officeart/2005/8/layout/process1"/>
    <dgm:cxn modelId="{1ED3E714-FBBD-6B45-B115-1F1725F372D3}" type="presOf" srcId="{09CA376D-FC6D-7247-8C39-0ACF863CD202}" destId="{0FADC13C-C901-EC43-A535-D15E066CC2F1}" srcOrd="0" destOrd="0" presId="urn:microsoft.com/office/officeart/2005/8/layout/process1"/>
    <dgm:cxn modelId="{1E288A1A-9E0C-6440-8823-9A116CFEBEF9}" type="presOf" srcId="{B837BB2E-3CAF-9E44-A450-518D47D60FB5}" destId="{CFAD4659-EB46-BA48-B2DA-A7A8E740062E}" srcOrd="0" destOrd="0" presId="urn:microsoft.com/office/officeart/2005/8/layout/process1"/>
    <dgm:cxn modelId="{AD1EC84A-02D5-2949-96A9-7D3B29521AFE}" type="presOf" srcId="{09371656-BEEF-3644-9B4A-4BF89A6133DB}" destId="{1B96A8FD-32FC-AB4A-9105-039FA057D761}" srcOrd="0" destOrd="0" presId="urn:microsoft.com/office/officeart/2005/8/layout/process1"/>
    <dgm:cxn modelId="{662E374B-2158-FA46-A264-2445D301F9EF}" type="presOf" srcId="{B837BB2E-3CAF-9E44-A450-518D47D60FB5}" destId="{71E3F89B-BE74-BA4B-8871-9A53DB7F732A}" srcOrd="1" destOrd="0" presId="urn:microsoft.com/office/officeart/2005/8/layout/process1"/>
    <dgm:cxn modelId="{A0DCFC5B-0893-AE46-B188-944450F2DCD4}" srcId="{27A43BDF-F263-BB46-A3E4-91E4434C4FA8}" destId="{3ADF830F-F29D-AB4F-BD81-ADCE91836B12}" srcOrd="1" destOrd="0" parTransId="{BAB10925-6A0F-3244-BCD2-E50BF869A444}" sibTransId="{09371656-BEEF-3644-9B4A-4BF89A6133DB}"/>
    <dgm:cxn modelId="{38C79965-47F3-F444-B21D-681F826B77F1}" srcId="{27A43BDF-F263-BB46-A3E4-91E4434C4FA8}" destId="{C4F268F4-D676-8C46-95BD-441152CCB3D5}" srcOrd="3" destOrd="0" parTransId="{2BD39134-73EA-7046-9676-8F02C3FBB79E}" sibTransId="{787760F6-FBC6-AC4B-9579-219B898F5FDD}"/>
    <dgm:cxn modelId="{C6271B69-8E82-E144-8094-EA23843B66EE}" srcId="{27A43BDF-F263-BB46-A3E4-91E4434C4FA8}" destId="{9A24AE9A-7EA9-AD42-9A83-3C476D756A37}" srcOrd="2" destOrd="0" parTransId="{1697507F-6888-394D-8DF0-DEE18B62D086}" sibTransId="{B837BB2E-3CAF-9E44-A450-518D47D60FB5}"/>
    <dgm:cxn modelId="{4B8EA46A-1B85-7B47-851A-3F02F69FDB65}" type="presOf" srcId="{787760F6-FBC6-AC4B-9579-219B898F5FDD}" destId="{A467282A-9BF4-914A-917F-70FEC28DDFC8}" srcOrd="1" destOrd="0" presId="urn:microsoft.com/office/officeart/2005/8/layout/process1"/>
    <dgm:cxn modelId="{788C5583-D729-CA4C-A7FA-AD6FD46F1A95}" type="presOf" srcId="{C4F268F4-D676-8C46-95BD-441152CCB3D5}" destId="{2080AA79-7915-494F-98D7-BD34987D3F71}" srcOrd="0" destOrd="0" presId="urn:microsoft.com/office/officeart/2005/8/layout/process1"/>
    <dgm:cxn modelId="{CD6FD588-6A37-CC43-89D5-790B2F5E186C}" type="presOf" srcId="{E18A5E80-8A2C-E44D-BD60-3FF0A8AD63AA}" destId="{7CA1A754-AD90-A145-B1EC-D2DC383A2447}" srcOrd="1" destOrd="0" presId="urn:microsoft.com/office/officeart/2005/8/layout/process1"/>
    <dgm:cxn modelId="{0A93CC8F-8C62-6244-B558-9136A4CEAFBD}" type="presOf" srcId="{67437EFD-904D-2A42-B5E6-BB79870CE6C9}" destId="{A6F6521E-40FD-D74A-A936-61A8D63CD4BC}" srcOrd="0" destOrd="0" presId="urn:microsoft.com/office/officeart/2005/8/layout/process1"/>
    <dgm:cxn modelId="{3F002792-812E-E946-8C06-E36C89199DFD}" type="presOf" srcId="{787760F6-FBC6-AC4B-9579-219B898F5FDD}" destId="{BBD39C76-090D-F249-A798-BC805F283FAE}" srcOrd="0" destOrd="0" presId="urn:microsoft.com/office/officeart/2005/8/layout/process1"/>
    <dgm:cxn modelId="{B3295697-5C9B-D14D-AC80-34D72C45314B}" srcId="{27A43BDF-F263-BB46-A3E4-91E4434C4FA8}" destId="{2FEC9FA4-AA9B-A44A-8773-DD76C0FCE510}" srcOrd="5" destOrd="0" parTransId="{717003FE-FFD4-EE44-B643-76C5A6DC0363}" sibTransId="{9BAA9145-F2EA-BB41-BF28-42D6AD2E9EA5}"/>
    <dgm:cxn modelId="{C9E2049A-FA80-CD4C-82B8-CBE15D3DDA1D}" type="presOf" srcId="{2FEC9FA4-AA9B-A44A-8773-DD76C0FCE510}" destId="{0E722EAF-A97A-A441-BB21-05BC82F88622}" srcOrd="0" destOrd="0" presId="urn:microsoft.com/office/officeart/2005/8/layout/process1"/>
    <dgm:cxn modelId="{62A3EB9A-DAA8-314D-AABA-B7453D4262DB}" type="presOf" srcId="{27A43BDF-F263-BB46-A3E4-91E4434C4FA8}" destId="{B2708791-FA6F-5849-8B82-E7A93E18B232}" srcOrd="0" destOrd="0" presId="urn:microsoft.com/office/officeart/2005/8/layout/process1"/>
    <dgm:cxn modelId="{45925CAA-69F0-0B47-A86C-6E67B2D2F9DB}" type="presOf" srcId="{09371656-BEEF-3644-9B4A-4BF89A6133DB}" destId="{953AEDEE-C1F8-4249-A653-4846D6E5934B}" srcOrd="1" destOrd="0" presId="urn:microsoft.com/office/officeart/2005/8/layout/process1"/>
    <dgm:cxn modelId="{4C1439AE-D2A8-A94C-B581-545FF6A4B719}" type="presOf" srcId="{9A24AE9A-7EA9-AD42-9A83-3C476D756A37}" destId="{3458650D-8AE9-6049-B861-6762C387AAA0}" srcOrd="0" destOrd="0" presId="urn:microsoft.com/office/officeart/2005/8/layout/process1"/>
    <dgm:cxn modelId="{BDF6C5C2-0948-F449-9DBC-0F3B9A0AC3A9}" type="presOf" srcId="{3ADF830F-F29D-AB4F-BD81-ADCE91836B12}" destId="{D4031605-7994-5044-B945-F1A93482E10E}" srcOrd="0" destOrd="0" presId="urn:microsoft.com/office/officeart/2005/8/layout/process1"/>
    <dgm:cxn modelId="{4D420CC6-F559-0B4C-B5C3-88646B0A0B48}" srcId="{27A43BDF-F263-BB46-A3E4-91E4434C4FA8}" destId="{21BF005F-8C01-D147-9C52-3847FF7B4AE3}" srcOrd="4" destOrd="0" parTransId="{75F932F6-17C5-9441-8563-A2858BFCD95C}" sibTransId="{E18A5E80-8A2C-E44D-BD60-3FF0A8AD63AA}"/>
    <dgm:cxn modelId="{BE8B09C9-6228-FD44-B0FF-C21979F55FA6}" srcId="{27A43BDF-F263-BB46-A3E4-91E4434C4FA8}" destId="{67437EFD-904D-2A42-B5E6-BB79870CE6C9}" srcOrd="0" destOrd="0" parTransId="{9AC6DFFE-392E-3A4C-977E-CEC2757EB610}" sibTransId="{09CA376D-FC6D-7247-8C39-0ACF863CD202}"/>
    <dgm:cxn modelId="{B939EBF7-2FD0-4D48-AE5C-FF75F33EE75F}" type="presOf" srcId="{21BF005F-8C01-D147-9C52-3847FF7B4AE3}" destId="{120F513A-1A40-354D-B3F8-92F6A40E7535}" srcOrd="0" destOrd="0" presId="urn:microsoft.com/office/officeart/2005/8/layout/process1"/>
    <dgm:cxn modelId="{7A50F7E3-337A-3A49-A49C-002B04CC41F9}" type="presParOf" srcId="{B2708791-FA6F-5849-8B82-E7A93E18B232}" destId="{A6F6521E-40FD-D74A-A936-61A8D63CD4BC}" srcOrd="0" destOrd="0" presId="urn:microsoft.com/office/officeart/2005/8/layout/process1"/>
    <dgm:cxn modelId="{23EFCCD7-5CFB-5B4E-A6C1-4ABC77567E06}" type="presParOf" srcId="{B2708791-FA6F-5849-8B82-E7A93E18B232}" destId="{0FADC13C-C901-EC43-A535-D15E066CC2F1}" srcOrd="1" destOrd="0" presId="urn:microsoft.com/office/officeart/2005/8/layout/process1"/>
    <dgm:cxn modelId="{789551D5-2D11-0947-A8F9-E5559B2FAAC4}" type="presParOf" srcId="{0FADC13C-C901-EC43-A535-D15E066CC2F1}" destId="{489FCD0A-48E6-C44D-BCAE-383CA1EE1ED6}" srcOrd="0" destOrd="0" presId="urn:microsoft.com/office/officeart/2005/8/layout/process1"/>
    <dgm:cxn modelId="{71786071-4CAF-6648-B5D7-1C2200B6A1A9}" type="presParOf" srcId="{B2708791-FA6F-5849-8B82-E7A93E18B232}" destId="{D4031605-7994-5044-B945-F1A93482E10E}" srcOrd="2" destOrd="0" presId="urn:microsoft.com/office/officeart/2005/8/layout/process1"/>
    <dgm:cxn modelId="{506E87A9-8B3C-CD4D-A2FB-BA7B04782DDB}" type="presParOf" srcId="{B2708791-FA6F-5849-8B82-E7A93E18B232}" destId="{1B96A8FD-32FC-AB4A-9105-039FA057D761}" srcOrd="3" destOrd="0" presId="urn:microsoft.com/office/officeart/2005/8/layout/process1"/>
    <dgm:cxn modelId="{8BD56A64-0E08-C240-9C5D-B4F43E5A04C5}" type="presParOf" srcId="{1B96A8FD-32FC-AB4A-9105-039FA057D761}" destId="{953AEDEE-C1F8-4249-A653-4846D6E5934B}" srcOrd="0" destOrd="0" presId="urn:microsoft.com/office/officeart/2005/8/layout/process1"/>
    <dgm:cxn modelId="{8C24B982-B397-B542-B1A7-CB14B89F4057}" type="presParOf" srcId="{B2708791-FA6F-5849-8B82-E7A93E18B232}" destId="{3458650D-8AE9-6049-B861-6762C387AAA0}" srcOrd="4" destOrd="0" presId="urn:microsoft.com/office/officeart/2005/8/layout/process1"/>
    <dgm:cxn modelId="{0F94DCCD-F63F-C545-8C69-6593CE19595C}" type="presParOf" srcId="{B2708791-FA6F-5849-8B82-E7A93E18B232}" destId="{CFAD4659-EB46-BA48-B2DA-A7A8E740062E}" srcOrd="5" destOrd="0" presId="urn:microsoft.com/office/officeart/2005/8/layout/process1"/>
    <dgm:cxn modelId="{502908FA-9800-7E46-8442-E4194ABB9688}" type="presParOf" srcId="{CFAD4659-EB46-BA48-B2DA-A7A8E740062E}" destId="{71E3F89B-BE74-BA4B-8871-9A53DB7F732A}" srcOrd="0" destOrd="0" presId="urn:microsoft.com/office/officeart/2005/8/layout/process1"/>
    <dgm:cxn modelId="{FD045AEF-8154-DB43-A7A8-8E519FD93B3F}" type="presParOf" srcId="{B2708791-FA6F-5849-8B82-E7A93E18B232}" destId="{2080AA79-7915-494F-98D7-BD34987D3F71}" srcOrd="6" destOrd="0" presId="urn:microsoft.com/office/officeart/2005/8/layout/process1"/>
    <dgm:cxn modelId="{2BA3AA54-4450-2244-8300-A4BC77E4F81F}" type="presParOf" srcId="{B2708791-FA6F-5849-8B82-E7A93E18B232}" destId="{BBD39C76-090D-F249-A798-BC805F283FAE}" srcOrd="7" destOrd="0" presId="urn:microsoft.com/office/officeart/2005/8/layout/process1"/>
    <dgm:cxn modelId="{080FE407-912B-434B-A152-B5615F1397EE}" type="presParOf" srcId="{BBD39C76-090D-F249-A798-BC805F283FAE}" destId="{A467282A-9BF4-914A-917F-70FEC28DDFC8}" srcOrd="0" destOrd="0" presId="urn:microsoft.com/office/officeart/2005/8/layout/process1"/>
    <dgm:cxn modelId="{A97D28D5-54BF-EF44-B16F-E443C0931792}" type="presParOf" srcId="{B2708791-FA6F-5849-8B82-E7A93E18B232}" destId="{120F513A-1A40-354D-B3F8-92F6A40E7535}" srcOrd="8" destOrd="0" presId="urn:microsoft.com/office/officeart/2005/8/layout/process1"/>
    <dgm:cxn modelId="{81DCB467-F5BD-C941-B38C-D88E17F4A503}" type="presParOf" srcId="{B2708791-FA6F-5849-8B82-E7A93E18B232}" destId="{0C379334-C208-BC40-A0E3-F5176C4141EE}" srcOrd="9" destOrd="0" presId="urn:microsoft.com/office/officeart/2005/8/layout/process1"/>
    <dgm:cxn modelId="{03E265F3-1CE3-8C43-9C57-A03CC97EC90C}" type="presParOf" srcId="{0C379334-C208-BC40-A0E3-F5176C4141EE}" destId="{7CA1A754-AD90-A145-B1EC-D2DC383A2447}" srcOrd="0" destOrd="0" presId="urn:microsoft.com/office/officeart/2005/8/layout/process1"/>
    <dgm:cxn modelId="{1F7A0027-8C64-814B-A6F3-8CE25B662270}" type="presParOf" srcId="{B2708791-FA6F-5849-8B82-E7A93E18B232}" destId="{0E722EAF-A97A-A441-BB21-05BC82F88622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6521E-40FD-D74A-A936-61A8D63CD4BC}">
      <dsp:nvSpPr>
        <dsp:cNvPr id="0" name=""/>
        <dsp:cNvSpPr/>
      </dsp:nvSpPr>
      <dsp:spPr>
        <a:xfrm>
          <a:off x="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Import image</a:t>
          </a:r>
        </a:p>
      </dsp:txBody>
      <dsp:txXfrm>
        <a:off x="43102" y="2736295"/>
        <a:ext cx="1437795" cy="1385408"/>
      </dsp:txXfrm>
    </dsp:sp>
    <dsp:sp modelId="{0FADC13C-C901-EC43-A535-D15E066CC2F1}">
      <dsp:nvSpPr>
        <dsp:cNvPr id="0" name=""/>
        <dsp:cNvSpPr/>
      </dsp:nvSpPr>
      <dsp:spPr>
        <a:xfrm>
          <a:off x="1676400" y="3240023"/>
          <a:ext cx="323087" cy="377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1676400" y="3315613"/>
        <a:ext cx="226161" cy="226772"/>
      </dsp:txXfrm>
    </dsp:sp>
    <dsp:sp modelId="{D4031605-7994-5044-B945-F1A93482E10E}">
      <dsp:nvSpPr>
        <dsp:cNvPr id="0" name=""/>
        <dsp:cNvSpPr/>
      </dsp:nvSpPr>
      <dsp:spPr>
        <a:xfrm>
          <a:off x="213360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Apply a binary colour mask </a:t>
          </a:r>
        </a:p>
      </dsp:txBody>
      <dsp:txXfrm>
        <a:off x="2176702" y="2736295"/>
        <a:ext cx="1437795" cy="1385408"/>
      </dsp:txXfrm>
    </dsp:sp>
    <dsp:sp modelId="{1B96A8FD-32FC-AB4A-9105-039FA057D761}">
      <dsp:nvSpPr>
        <dsp:cNvPr id="0" name=""/>
        <dsp:cNvSpPr/>
      </dsp:nvSpPr>
      <dsp:spPr>
        <a:xfrm>
          <a:off x="3810000" y="3240023"/>
          <a:ext cx="323088" cy="377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3810000" y="3315613"/>
        <a:ext cx="226162" cy="226772"/>
      </dsp:txXfrm>
    </dsp:sp>
    <dsp:sp modelId="{3458650D-8AE9-6049-B861-6762C387AAA0}">
      <dsp:nvSpPr>
        <dsp:cNvPr id="0" name=""/>
        <dsp:cNvSpPr/>
      </dsp:nvSpPr>
      <dsp:spPr>
        <a:xfrm>
          <a:off x="426720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Clean any background noise</a:t>
          </a:r>
        </a:p>
      </dsp:txBody>
      <dsp:txXfrm>
        <a:off x="4310302" y="2736295"/>
        <a:ext cx="1437795" cy="1385408"/>
      </dsp:txXfrm>
    </dsp:sp>
    <dsp:sp modelId="{CFAD4659-EB46-BA48-B2DA-A7A8E740062E}">
      <dsp:nvSpPr>
        <dsp:cNvPr id="0" name=""/>
        <dsp:cNvSpPr/>
      </dsp:nvSpPr>
      <dsp:spPr>
        <a:xfrm>
          <a:off x="5943600" y="3240023"/>
          <a:ext cx="323088" cy="377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5943600" y="3315613"/>
        <a:ext cx="226162" cy="226772"/>
      </dsp:txXfrm>
    </dsp:sp>
    <dsp:sp modelId="{2080AA79-7915-494F-98D7-BD34987D3F71}">
      <dsp:nvSpPr>
        <dsp:cNvPr id="0" name=""/>
        <dsp:cNvSpPr/>
      </dsp:nvSpPr>
      <dsp:spPr>
        <a:xfrm>
          <a:off x="640080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For each contour/crystal, check if the contour has a large enough area</a:t>
          </a:r>
        </a:p>
      </dsp:txBody>
      <dsp:txXfrm>
        <a:off x="6443902" y="2736295"/>
        <a:ext cx="1437795" cy="1385408"/>
      </dsp:txXfrm>
    </dsp:sp>
    <dsp:sp modelId="{BBD39C76-090D-F249-A798-BC805F283FAE}">
      <dsp:nvSpPr>
        <dsp:cNvPr id="0" name=""/>
        <dsp:cNvSpPr/>
      </dsp:nvSpPr>
      <dsp:spPr>
        <a:xfrm>
          <a:off x="8077200" y="3240023"/>
          <a:ext cx="323088" cy="377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8077200" y="3315613"/>
        <a:ext cx="226162" cy="226772"/>
      </dsp:txXfrm>
    </dsp:sp>
    <dsp:sp modelId="{120F513A-1A40-354D-B3F8-92F6A40E7535}">
      <dsp:nvSpPr>
        <dsp:cNvPr id="0" name=""/>
        <dsp:cNvSpPr/>
      </dsp:nvSpPr>
      <dsp:spPr>
        <a:xfrm>
          <a:off x="853440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measurements of each crystal</a:t>
          </a:r>
        </a:p>
      </dsp:txBody>
      <dsp:txXfrm>
        <a:off x="8577502" y="2736295"/>
        <a:ext cx="1437795" cy="1385408"/>
      </dsp:txXfrm>
    </dsp:sp>
    <dsp:sp modelId="{0C379334-C208-BC40-A0E3-F5176C4141EE}">
      <dsp:nvSpPr>
        <dsp:cNvPr id="0" name=""/>
        <dsp:cNvSpPr/>
      </dsp:nvSpPr>
      <dsp:spPr>
        <a:xfrm>
          <a:off x="10210800" y="3240023"/>
          <a:ext cx="323088" cy="3779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10210800" y="3315613"/>
        <a:ext cx="226162" cy="226772"/>
      </dsp:txXfrm>
    </dsp:sp>
    <dsp:sp modelId="{0E722EAF-A97A-A441-BB21-05BC82F88622}">
      <dsp:nvSpPr>
        <dsp:cNvPr id="0" name=""/>
        <dsp:cNvSpPr/>
      </dsp:nvSpPr>
      <dsp:spPr>
        <a:xfrm>
          <a:off x="10668000" y="2693193"/>
          <a:ext cx="1523999" cy="14716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Export all crystal data into a JSON file</a:t>
          </a:r>
        </a:p>
      </dsp:txBody>
      <dsp:txXfrm>
        <a:off x="10711102" y="2736295"/>
        <a:ext cx="1437795" cy="1385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0B9E-2461-ADB0-2A29-9627C5864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E6089-C7DF-22A8-850F-8C263BFE9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446F0-4414-A761-AD99-9B8D624F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0E030-E9DE-EF3A-A408-D4A6299E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5B80E-8293-B7AD-D294-7F17EC8B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85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AE9B-B7B7-61C8-D3C7-6F416F78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F336-640B-E1BF-EDCD-026AE4364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2A637-260E-56F0-F5BE-C0C7BC3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5A7A4-FF0D-7074-82E5-FC100A14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E380-DB58-9782-BCE8-7967A125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88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31A4-D5A8-6B8C-095F-BF8E42A7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2AEAE-01BE-C0B4-FED0-51FB3806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9D801-C098-949D-15F1-56585CC0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C3443-CEE8-DFA8-2E90-5424E930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491CE-7BE2-B48C-CE95-F7F02D45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67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F1AE-8CEC-D3C2-840F-09B9C58E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4DFA-5573-128F-6F8C-EB84A5436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59A8F-8B50-81F5-DB8F-AFD9B993B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532DA-FA10-C430-DF6A-7E290B5B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8BC20-7C48-B3D8-FC33-006C5B04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89248-010F-8EF0-2CE0-F9C554A6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68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7151-B51A-5F79-48E8-CC7EE459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24781-CD0F-5BFE-3A99-662039A2D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0BB32-89A7-1527-451F-4A92048D4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57D5E-C2BB-F25F-6832-F03F360C7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82380-AC1E-6E15-A3FE-3B4C454D8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38224-9FE7-EFA0-3A49-90868FCBD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9C84F-9D89-750F-132A-5D2CDE8C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CC9E3-1373-BDC6-0482-4F129672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76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AD3A-0803-D30A-FBB6-6B8416D7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8FC58-EEC6-9F3E-6282-4994EEE7C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7D40F-AA93-CFEA-4F10-AD48AAB1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51100-6AF1-5481-903B-04F72CDC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09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0313A7-DC04-E444-6B0F-BBD567337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55DFB-22DC-6D6C-289B-70EE46629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983C7-69AF-AE8C-8FE0-3E14A19DD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31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41C8-9C8E-E2F0-7A60-A30515D4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88FAE-E51F-256D-F410-41A65AFD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EAE7C-6761-C846-D943-F052F8955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AE8DE-E308-EEC5-2DBF-3A6F4764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6EE56-5D38-1C88-7AF6-C244001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380BF-CC86-2A2E-AEED-51248AEE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263E-EBBA-0453-F52F-DD139FAF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E1D44-785F-1E4E-057F-077F4F201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4063C-210F-8C12-3F84-019058AF8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D0585-E9E6-96F8-09D0-725E119B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59F1F-A78A-124C-136C-01A64B88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C731C-A8ED-1764-A674-48289754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01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B8E2-E89E-FC6D-C9D2-B8AEFFFD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4FFE0-3353-FE8D-38A3-98FD68C1B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E3291-E92E-6FDC-B23D-0F30352E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11C1D-A910-4842-EADA-437B6E6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C51E5-7FFE-94EB-6B3A-65A2F8C1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62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B4954-76E1-B3DA-9F1A-FA6162D34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4EC13-26AD-B265-AEB3-3FAE87325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37AE-1F51-B78F-1F12-4E5F70D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DC19C-0066-8209-E66E-E347C5FB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5A2E-9CDC-BCF2-31CE-780B5EA2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20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C4697-C73F-1667-3D51-CFF28287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75AA9-0FFD-6267-D6C0-F9B8B7F8C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696F9-ABEA-4806-0CAE-FC984FA8F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C44B4-8E8E-A44E-BB5B-1ECCDEC61DF2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0B483-1C7F-6E42-2704-FA124B291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1598-9ABC-F864-8E20-184CD1B43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9913C-885E-D047-844A-F12BE938D6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11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wn Arrow 3">
            <a:extLst>
              <a:ext uri="{FF2B5EF4-FFF2-40B4-BE49-F238E27FC236}">
                <a16:creationId xmlns:a16="http://schemas.microsoft.com/office/drawing/2014/main" id="{5A58A950-7675-1B79-A666-2B4EE0546B9E}"/>
              </a:ext>
            </a:extLst>
          </p:cNvPr>
          <p:cNvSpPr/>
          <p:nvPr/>
        </p:nvSpPr>
        <p:spPr>
          <a:xfrm>
            <a:off x="4677048" y="370696"/>
            <a:ext cx="381012" cy="7884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B36BC-B4DB-4785-AEDA-D1ADA98EFB9F}"/>
              </a:ext>
            </a:extLst>
          </p:cNvPr>
          <p:cNvSpPr txBox="1"/>
          <p:nvPr/>
        </p:nvSpPr>
        <p:spPr>
          <a:xfrm>
            <a:off x="4433017" y="1364"/>
            <a:ext cx="79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4FAAC-1146-E984-6757-782FD189DB5B}"/>
              </a:ext>
            </a:extLst>
          </p:cNvPr>
          <p:cNvSpPr txBox="1"/>
          <p:nvPr/>
        </p:nvSpPr>
        <p:spPr>
          <a:xfrm>
            <a:off x="3709466" y="1145575"/>
            <a:ext cx="245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Detect contours/edges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68151801-92EA-6C1E-DAD9-428F1EC5AA58}"/>
              </a:ext>
            </a:extLst>
          </p:cNvPr>
          <p:cNvSpPr/>
          <p:nvPr/>
        </p:nvSpPr>
        <p:spPr>
          <a:xfrm rot="19505381">
            <a:off x="5163708" y="2585969"/>
            <a:ext cx="533181" cy="14510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F46C2-862D-288A-BF62-4C3F7C68E1E5}"/>
              </a:ext>
            </a:extLst>
          </p:cNvPr>
          <p:cNvSpPr txBox="1"/>
          <p:nvPr/>
        </p:nvSpPr>
        <p:spPr>
          <a:xfrm>
            <a:off x="3313620" y="2310224"/>
            <a:ext cx="3248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Are there any closed contours?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14E32-A520-13E0-0864-F3C01AA836A3}"/>
              </a:ext>
            </a:extLst>
          </p:cNvPr>
          <p:cNvSpPr txBox="1"/>
          <p:nvPr/>
        </p:nvSpPr>
        <p:spPr>
          <a:xfrm>
            <a:off x="5691547" y="3105541"/>
            <a:ext cx="47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85B9AF95-EBFB-84A8-0B84-F965B3EB7ED8}"/>
              </a:ext>
            </a:extLst>
          </p:cNvPr>
          <p:cNvSpPr/>
          <p:nvPr/>
        </p:nvSpPr>
        <p:spPr>
          <a:xfrm rot="1479672">
            <a:off x="4160032" y="2697700"/>
            <a:ext cx="533181" cy="1309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8566C-D64A-CD7C-4F4A-5C179F34FF9F}"/>
              </a:ext>
            </a:extLst>
          </p:cNvPr>
          <p:cNvSpPr txBox="1"/>
          <p:nvPr/>
        </p:nvSpPr>
        <p:spPr>
          <a:xfrm>
            <a:off x="3674503" y="3105541"/>
            <a:ext cx="52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9279DE0-7790-0C65-50AF-3A6D105617B9}"/>
              </a:ext>
            </a:extLst>
          </p:cNvPr>
          <p:cNvSpPr/>
          <p:nvPr/>
        </p:nvSpPr>
        <p:spPr>
          <a:xfrm>
            <a:off x="3718354" y="4856658"/>
            <a:ext cx="691978" cy="1309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BB62F49E-E50C-E29E-E0D6-117FE144BE78}"/>
              </a:ext>
            </a:extLst>
          </p:cNvPr>
          <p:cNvSpPr/>
          <p:nvPr/>
        </p:nvSpPr>
        <p:spPr>
          <a:xfrm>
            <a:off x="4677048" y="1514907"/>
            <a:ext cx="381012" cy="7884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5DA796-107C-0C4D-5731-70D5F2BCB6B2}"/>
              </a:ext>
            </a:extLst>
          </p:cNvPr>
          <p:cNvSpPr txBox="1"/>
          <p:nvPr/>
        </p:nvSpPr>
        <p:spPr>
          <a:xfrm>
            <a:off x="3116203" y="3933328"/>
            <a:ext cx="1877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Draw a bounding box and crop image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5E1D8E-CE18-AD63-F856-4BDC1530AFAC}"/>
              </a:ext>
            </a:extLst>
          </p:cNvPr>
          <p:cNvSpPr txBox="1"/>
          <p:nvPr/>
        </p:nvSpPr>
        <p:spPr>
          <a:xfrm>
            <a:off x="2758236" y="6147954"/>
            <a:ext cx="259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Compare dimensions with </a:t>
            </a:r>
            <a:r>
              <a:rPr lang="en-GB" dirty="0" err="1"/>
              <a:t>micrometer</a:t>
            </a:r>
            <a:r>
              <a:rPr lang="en-GB" dirty="0"/>
              <a:t> scale</a:t>
            </a:r>
          </a:p>
        </p:txBody>
      </p:sp>
    </p:spTree>
    <p:extLst>
      <p:ext uri="{BB962C8B-B14F-4D97-AF65-F5344CB8AC3E}">
        <p14:creationId xmlns:p14="http://schemas.microsoft.com/office/powerpoint/2010/main" val="405763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684F789-1F89-FCBD-9D71-344DC5D9A9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436454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838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64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Rishan</dc:creator>
  <cp:lastModifiedBy>Sharma, Rishan</cp:lastModifiedBy>
  <cp:revision>4</cp:revision>
  <dcterms:created xsi:type="dcterms:W3CDTF">2026-08-17T18:15:15Z</dcterms:created>
  <dcterms:modified xsi:type="dcterms:W3CDTF">2026-08-17T19:59:24Z</dcterms:modified>
</cp:coreProperties>
</file>